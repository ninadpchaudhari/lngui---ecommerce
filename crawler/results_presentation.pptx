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DM vs NL Reachability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CrawlJax-style State Exploration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NL-Mediated GUI Testing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64592" cy="164592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593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Manipulation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3657600"/>
            <a:ext cx="164592" cy="164592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3593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3657600"/>
            <a:ext cx="164592" cy="164592"/>
          </a:xfrm>
          <a:prstGeom prst="ellipse">
            <a:avLst/>
          </a:prstGeom>
          <a:solidFill>
            <a:srgbClr val="7EE787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0" y="3593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7091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Chat-Assisted Ecommerce Case Study  ·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Works: State-Event Flow Graphs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10896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D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Manipulation (DM)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CrawlJax-style BFS exploration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tries every control value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0: Baseline (1 state)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1: Single control changes (~17 states)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2: Compound combinations (~129 states)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max: 6×4×5×2×5 = 1,200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= O(σ) = {V: controls, D: products}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10896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D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4023360" cy="36576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(NL)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utterances to chat assistant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Single-shot (reset between each)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Refinement chains (no reset)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electronics" → "under $100" → "sort"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multi-step = single compositional?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fp(u,σ) = controls changed by utterance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DM reaches states by sequential single-control clicks. NL can jump to compound states in one utterance, but may introduce mediator faults.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Results: Reachability Comparison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005840"/>
          <a:ext cx="6400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 (depth=2)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78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|C|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States reached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78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exercised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(100%)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(100%)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CovNL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EE7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MR_SE violations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(FAIL)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324612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explores 129 of 1,200 possible states at depth 2 (10.75% of state space)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reaches only 8 unique states — but exercises ALL 5 controls (CovNL = 100%)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is efficient at reaching target states but covers far fewer combinations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MR_SE VIOLATION: CAPS variant produced different state — LLM is case-sensitive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Interpreting the EFG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228600" cy="228600"/>
          </a:xfrm>
          <a:prstGeom prst="ellipse">
            <a:avLst/>
          </a:prstGeom>
          <a:solidFill>
            <a:srgbClr val="161822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005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σ₀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2070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defaults, 20 products visible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28600" cy="228600"/>
          </a:xfrm>
          <a:prstGeom prst="ellipse">
            <a:avLst/>
          </a:prstGeom>
          <a:solidFill>
            <a:srgbClr val="161822"/>
          </a:solidFill>
          <a:ln w="25400">
            <a:solidFill>
              <a:srgbClr val="7EE7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664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by BOTH DM and NL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228600" cy="228600"/>
          </a:xfrm>
          <a:prstGeom prst="ellipse">
            <a:avLst/>
          </a:prstGeom>
          <a:solidFill>
            <a:srgbClr val="1618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DM-only State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1214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combinations NL never produced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423160"/>
            <a:ext cx="228600" cy="228600"/>
          </a:xfrm>
          <a:prstGeom prst="ellipse">
            <a:avLst/>
          </a:prstGeom>
          <a:solidFill>
            <a:srgbClr val="161822"/>
          </a:solidFill>
          <a:ln w="25400">
            <a:solidFill>
              <a:srgbClr val="F78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NL-only State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578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via chat but not by click sequence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54864" cy="3200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= single-action transitions (one control change or one NL utterance)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463040"/>
            <a:ext cx="54864" cy="3200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edges: e.g., books↔clothing = changing category from one to the other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1920240"/>
            <a:ext cx="54864" cy="3200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layers: radial rings — center=baseline, outer=compound states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377440"/>
            <a:ext cx="54864" cy="3200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377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+ count on nodes: e.g., '315c33 20p' = state ID + products visible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200400"/>
            <a:ext cx="54864" cy="1371600"/>
          </a:xfrm>
          <a:prstGeom prst="rect">
            <a:avLst/>
          </a:prstGeom>
          <a:solidFill>
            <a:srgbClr val="7EE78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2461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5204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DM graph is dense because every control combination is reachable via clicks. The NL graph is sparse — the LLM mediator maps utterances to a small subset of the state space. This gap reveals both the efficiency of NL (fewer actions, targeted results) and its limitation (reduced exploratory coverage for testing). Metamorphic relations like MR_SE can detect mediator faults that functional testing alone would miss.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 vs NL Reachability Analysis</dc:title>
  <dc:subject>PptxGenJS Presentation</dc:subject>
  <dc:creator>DM vs NL Crawler</dc:creator>
  <cp:lastModifiedBy>DM vs NL Crawler</cp:lastModifiedBy>
  <cp:revision>1</cp:revision>
  <dcterms:created xsi:type="dcterms:W3CDTF">2026-04-09T07:26:30Z</dcterms:created>
  <dcterms:modified xsi:type="dcterms:W3CDTF">2026-04-09T07:26:30Z</dcterms:modified>
</cp:coreProperties>
</file>